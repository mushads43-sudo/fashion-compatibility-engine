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Fashion Visual Similarity + Outfit Compatibility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 are teaching machines fashion sense, not just recommendations.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Fashion search is still too dependent on keywords and purchase history.</a:t>
            </a:r>
          </a:p>
          <a:p>
            <a:pPr>
              <a:defRPr sz="2000"/>
            </a:pPr>
            <a:r>
              <a:t>New products suffer from cold-start recommendation problems.</a:t>
            </a:r>
          </a:p>
          <a:p>
            <a:pPr>
              <a:defRPr sz="2000"/>
            </a:pPr>
            <a:r>
              <a:t>Outfit matching requires aesthetic understanding, not only user behavior.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Upload clothing images.</a:t>
            </a:r>
          </a:p>
          <a:p>
            <a:pPr>
              <a:defRPr sz="2000"/>
            </a:pPr>
            <a:r>
              <a:t>Find visually similar catalog products.</a:t>
            </a:r>
          </a:p>
          <a:p>
            <a:pPr>
              <a:defRPr sz="2000"/>
            </a:pPr>
            <a:r>
              <a:t>Predict whether two items go well together.</a:t>
            </a:r>
          </a:p>
          <a:p>
            <a:pPr>
              <a:defRPr sz="2000"/>
            </a:pPr>
            <a:r>
              <a:t>Return a compatibility percentage for demo-ready styling intelligence.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Fashion Product Images: real product photos and metadata.</a:t>
            </a:r>
          </a:p>
          <a:p>
            <a:pPr>
              <a:defRPr sz="2000"/>
            </a:pPr>
            <a:r>
              <a:t>Polyvore Outfit Dataset: real outfit compatibility labels.</a:t>
            </a:r>
          </a:p>
          <a:p>
            <a:pPr>
              <a:defRPr sz="2000"/>
            </a:pPr>
            <a:r>
              <a:t>DeepFashion: academic retrieval and attribute benchmark.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Image upload -&gt; ResNet50 embeddings -&gt; PCA compression.</a:t>
            </a:r>
          </a:p>
          <a:p>
            <a:pPr>
              <a:defRPr sz="2000"/>
            </a:pPr>
            <a:r>
              <a:t>PCA vectors -&gt; KMeans style clusters -&gt; nearest-neighbor search.</a:t>
            </a:r>
          </a:p>
          <a:p>
            <a:pPr>
              <a:defRPr sz="2000"/>
            </a:pPr>
            <a:r>
              <a:t>Pair embeddings -&gt; compatibility classifier -&gt;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CNN feature extraction with ResNet50.</a:t>
            </a:r>
          </a:p>
          <a:p>
            <a:pPr>
              <a:defRPr sz="2000"/>
            </a:pPr>
            <a:r>
              <a:t>Cosine similarity for visual retrieval.</a:t>
            </a:r>
          </a:p>
          <a:p>
            <a:pPr>
              <a:defRPr sz="2000"/>
            </a:pPr>
            <a:r>
              <a:t>PCA for efficient embeddings.</a:t>
            </a:r>
          </a:p>
          <a:p>
            <a:pPr>
              <a:defRPr sz="2000"/>
            </a:pPr>
            <a:r>
              <a:t>KMeans for style grouping.</a:t>
            </a:r>
          </a:p>
          <a:p>
            <a:pPr>
              <a:defRPr sz="2000"/>
            </a:pPr>
            <a:r>
              <a:t>Pairwise classification for compatibility.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Compatibility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Input: two clothing item embeddings.</a:t>
            </a:r>
          </a:p>
          <a:p>
            <a:pPr>
              <a:defRPr sz="2000"/>
            </a:pPr>
            <a:r>
              <a:t>Features: cosine similarity, absolute difference, element-wise interaction.</a:t>
            </a:r>
          </a:p>
          <a:p>
            <a:pPr>
              <a:defRPr sz="2000"/>
            </a:pPr>
            <a:r>
              <a:t>Output: P(compatible | item A, item B).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FastAPI backend for inference.</a:t>
            </a:r>
          </a:p>
          <a:p>
            <a:pPr>
              <a:defRPr sz="2000"/>
            </a:pPr>
            <a:r>
              <a:t>Streamlit app for image upload demo.</a:t>
            </a:r>
          </a:p>
          <a:p>
            <a:pPr>
              <a:defRPr sz="2000"/>
            </a:pPr>
            <a:r>
              <a:t>Dockerfile for cloud deployment.</a:t>
            </a:r>
          </a:p>
          <a:p>
            <a:pPr>
              <a:defRPr sz="2000"/>
            </a:pPr>
            <a:r>
              <a:t>Ready for Render, Railway, or Hugging Face Spaces.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Visual product discovery.</a:t>
            </a:r>
          </a:p>
          <a:p>
            <a:pPr>
              <a:defRPr sz="2000"/>
            </a:pPr>
            <a:r>
              <a:t>Complete-the-look recommendations.</a:t>
            </a:r>
          </a:p>
          <a:p>
            <a:pPr>
              <a:defRPr sz="2000"/>
            </a:pPr>
            <a:r>
              <a:t>Outfit scoring for styling assistants.</a:t>
            </a:r>
          </a:p>
          <a:p>
            <a:pPr>
              <a:defRPr sz="2000"/>
            </a:pPr>
            <a:r>
              <a:t>Catalog deduplication and style intelligence.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FashionCLIP embeddings.</a:t>
            </a:r>
          </a:p>
          <a:p>
            <a:pPr>
              <a:defRPr sz="2000"/>
            </a:pPr>
            <a:r>
              <a:t>Triplet-loss metric learning.</a:t>
            </a:r>
          </a:p>
          <a:p>
            <a:pPr>
              <a:defRPr sz="2000"/>
            </a:pPr>
            <a:r>
              <a:t>Direct Polyvore image training.</a:t>
            </a:r>
          </a:p>
          <a:p>
            <a:pPr>
              <a:defRPr sz="2000"/>
            </a:pPr>
            <a:r>
              <a:t>Vector database for millions of products.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