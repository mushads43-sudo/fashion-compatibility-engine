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Fashion Visual Similarity + Outfit Compatibility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0C6F80"/>
                </a:solidFill>
                <a:latin typeface="Aptos"/>
              </a:rPr>
              <a:t>An AI system for visual product search and outfit compatibility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Name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Course/Subject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Guide/Sir Name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Department/College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We are teaching machines fashion sense, not just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Fashion platforms contain thousands of products.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Users often cannot describe fashion style accurately using text.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Traditional recommenders depend on clicks, ratings, or purchase history.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They struggle with new users, new products, and visual style matching.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This project finds similar products and predicts outfit compatibility using images.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Given clothing images, the system finds visually similar products and predicts whether two fashion items aesthetically go well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Why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Fashion is a highly visual domain.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Users often shop by appearance, not only product name.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Matching outfits requires color, category, pattern, and style understanding.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Real companies use visual AI for search and complete-the-look systems.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This project demonstrates a practical version of that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blue checked shirt + navy jeans = good casual outfit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Use real-world fashion product images.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Extract image features using a pretrained CNN.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Find visually similar products using vector similarity.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Group similar products into style clusters.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Predict compatibility between two fashion items.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Build a working Streamlit demo and FastAPI backend.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Visual Similarity Search: upload one clothing image and find visually similar products.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Results include similarity scores and style clusters.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Outfit Compatibility Prediction: upload two item images and get an aesthetic score.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 output is shown as a percentage.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Black polo t-shirt + blue shorts = 74.4% compatible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Real-World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Fashion Product Images: Kaggle product photos and metadata, used for implementation.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Polyvore Outfit Dataset: real outfit combinations for compatibility research.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DeepFashion: large academic dataset for retrieval, attributes, and category prediction.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Kaggle dataset is used as the main working dataset because it is practical and downloadable.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Fashion Product Images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Dataset source: Kaggle Fashion Product Images.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Files used: styles.csv and images/.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Metadata: product ID, gender, category, article type, color, season, usage, product name.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Contains real product images and useful metadata.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Works well for visual search and local demo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Raw dataset: styles.csv + images/.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Processed catalog: data/processed/catalog.csv.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Clean fields: item ID, image path, gender, category, article type, color, season, usage, product name.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Removes missing image entries.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Creates clean input for the ML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Dataset -&gt; catalog preparation.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Catalog images -&gt; ResNet50 image embeddings.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Embeddings -&gt; PCA compression.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Compressed vectors -&gt; KMeans style clustering.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Vectors -&gt; nearest-neighbor visual search.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Pairwise embeddings -&gt; compatibility classifier.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Results -&gt; Streamlit app and FastAPI backend.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Load product images.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Extract visual embeddings using ResNet50.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Normalize embeddings.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Compress embeddings using PCA.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Cluster products using KMeans.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Search similar products using cosine nearest neighbors.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Train compatibility model using pairwise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Live Demo /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919191"/>
                </a:solidFill>
                <a:latin typeface="Aptos"/>
              </a:rPr>
              <a:t>Leave this slide empty for live demo or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CNN Feature Extraction Using ResNet50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CNNs are used for image understanding.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ResNet50 is a pretrained deep CNN.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 final classification layer is removed.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 model outputs a 2048-dimensional image embedding.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Fashion image -&gt; ResNet50 -&gt; 2048-dimensional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Image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An image embedding is a numerical vector representation of an image.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Similar-looking images should have similar vectors.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Embeddings capture color, texture, shape, pattern, product type, and style.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Embeddings allow images to be compared mathematically instead of comparing raw pixels.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shirt image -&gt; [0.12, -0.04, 0.88, ..., 0.31]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PCA for Dimensionality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ResNet50 embedding size is 2048 dimensions.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PCA reduces embeddings to 128 or 256 dimensions.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PCA keeps the most important visual information.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Benefits: faster search, lower memory usage, reduced noise, easier clustering.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2048-dimensional embedding -&gt; PCA -&gt; 128-dimensional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Style Grouping Using KMeans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KMeans is an unsupervised learning algorithm.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It groups visually similar products into clusters.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 model discovers groups automatically from embeddings.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Possible clusters: sports shoes, casual shirts, jeans, dresses, women's tops.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How Similar Products Are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User uploads a product image.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ResNet50 extracts an embedding.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PCA compresses the embedding.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The system compares it with catalog embeddings.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Nearest neighbors are found using cosine distance.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Top matching products are returned.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Query image -&gt; embedding -&gt; PCA vector -&gt; cosine nearest neighbors -&gt; top similar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How Compatibility Is Predicted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Compatibility is different from similarity.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Two similar products may not form an outfit.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 system compares two item embeddings using pairwise features.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Features: cosine similarity, absolute difference, element-wise product.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Classifier output: P(compatible | item A, item B).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Result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The compatibility model outputs a probability.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0.744 means 74.4% compatible.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70% and above: strong match.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50% to 70%: good match.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30% to 50%: possible match.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Below 30%: weak match.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User Interface and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Streamlit app: upload images, view similar products, check outfit compatibility.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FastAPI backend supports deployment and integration.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API endpoints: /health, /similar, /compatibility.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 project is usable as an interactive application, not only ML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Beyond Traditional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Traditional systems use clicks, ratings, purchase history, and co-purchase data.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This project uses image content, visual embeddings, style clusters, and pairwise compatibility.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Works for new products.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Does not need user history.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Understands product appearance and supports visual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Sample High-Compatibility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17240.jpg + 54924.jpg: black striped polo + blue shorts, approx. 74.4%.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49653.jpg + 51499.jpg: green women's top + blue jeans, approx. 66.9%.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6617.jpg + 54924.jpg: black-white check shirt + blue shorts, approx. 59.2%.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These examples can be used for live upload or screenshots.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Advantages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Uses real-world fashion product images.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Combines computer vision and machine learning.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Provides both retrieval and compatibility scoring.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Includes unsupervised style clustering.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Has a Streamlit demo and FastAPI backend.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Uses a clean GitHub-ready project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Compatibility model uses metadata-based pair generation.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Full Polyvore image training is limited because many original image URLs are unavailable.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ResNet50 is general-purpose, not fashion-specific.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Scores are useful for demo but not production-perfect.</a:t>
            </a:r>
          </a:p>
          <a:p>
            <a:pPr>
              <a:spcAft>
                <a:spcPts val="8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No user personalization is included yet.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Use FashionCLIP or CLIP for better fashion embeddings.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Train with complete human-curated outfit datasets.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Add triplet loss or contrastive learning.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Use FAISS or vector databases for large-scale search.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Add occasion-based styling and color harmony.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Build a complete outfit generation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Fashion e-commerce product discovery.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Visual search engines.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Online stylist assistants.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Complete-the-look recommendation.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Product similarity detection.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Catalog organization.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Outfit planning apps.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42E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The project uses real fashion images for visual AI.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ResNet50 embeddings represent product appearance.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PCA and nearest-neighbor search find similar products.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KMeans discovers visual style groups.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Pairwise classification predicts outfit compatibility.</a:t>
            </a:r>
          </a:p>
          <a:p>
            <a:pPr>
              <a:spcAft>
                <a:spcPts val="8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Streamlit and FastAPI make the project usable and deployable.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C6F80"/>
                </a:solidFill>
                <a:latin typeface="Aptos"/>
              </a:rPr>
              <a:t>This project teaches a machine to understand fashion visually, so it can find similar products and predict which items aesthetically work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87E88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