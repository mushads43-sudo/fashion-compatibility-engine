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# Detailed PPT Outline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Project: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Fashion Visual Similarity + Outfit Compatibility Engine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Presentation line: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We are teaching machines fashion sense, not just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1: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Fashion Visual Similarity + Outfit Compatibility Engine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Subtitle: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An AI system for visual product search and outfit compatibility scoring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Name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Course/subject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Guide/sir name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Department/college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Start by saying that this project is based on fashion AI. It uses product images to find visually similar items and predict whether two clothing items match aesthetically.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2: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Problem Statement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Fashion e-commerce platforms contain thousands of products.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Users often cannot describe fashion style accurately using text.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Traditional recommender systems depend on clicks, ratings, or purchase history.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They struggle with new users, new products, and visual style matching.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The project solves the problem of finding similar fashion products and predicting outfit compatibility using images.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Main Statement: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Given clothing images, the system finds visually similar products and predicts whether two fashion items aesthetically go well together.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2: Problem Statement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normal search works on keywords like “blue shirt,” but fashion is visual. Two products may have different names but similar styles. This project solves that using computer 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3: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Why This Project?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Fashion is a visual domain.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Users often shop by appearance, not only by product name.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Matching outfits requires understanding color, category, pattern, and style.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Real companies use similar AI for visual search and complete-the-look systems.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This project demonstrates a practical version of that system.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Examples: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blue checked shirt + navy jeans = good casual outfit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formal trousers + formal shoes = good formal outfit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sports t-shirt + formal shoes = weak outfit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3: Motivation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Mention that fashion recommendation is a real industry problem. Companies need systems that can understand images and style compatibility.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4: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Project Objectives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 real-world fashion product images.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Extract image features using a pretrained CNN.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Find visually similar products using vector similarity.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Group similar products into style clusters.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Predict compatibility between two fashion items.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Build a working Streamlit demo.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Provide FastAPI backend support for deployment.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the goal is not only model training. The project is end-to-end: dataset, ML pipeline, UI, API, and deployment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5: What the Project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Main Features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Feature 1: Visual Similarity Search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Upload one clothing image.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System finds visually similar products.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Results include similarity scores and style clusters.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Feature 2: Outfit Compatibility Prediction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Upload two clothing item images.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System predicts an aesthetic compatibility score.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Output is shown as a percentage.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5: What the Project Does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Black polo t-shirt + blue shorts = 74.4% compatible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Tell sir that this is not just a classifier. It performs both retrieval and compatibility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6: Datasets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Real-World Datasets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1. Fashion Product Images Dataset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Kaggle dataset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Product photos and metadata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Used for the working implementation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2. Polyvore Outfit Dataset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Real outfit combinations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Useful for compatibility research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Original image URLs are mostly unavailable now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3. DeepFashion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6: Datasets Used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Large academic fashion dataset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Used for retrieval, attributes, and category prediction research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Some parts require agreement/password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Mention that the main working dataset is Kaggle Fashion Product Images because it is practical and downloadable. Polyvore and DeepFashion are included as real research datasets for advanced extension.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7: Main 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Fashion Product Images Dataset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Dataset Source: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Kaggle Fashion Product Images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Files Used: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styles.csv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images/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Important Metadata Columns: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product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7: Main Dataset Description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gender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master category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subcategory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article type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base color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season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usage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product display name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Why This Dataset?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Contains real product images.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Has useful metadata.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Works well for visual search.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Easy to use for local demo and deployment.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7: Main Dataset Description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every image is connected with metadata. The project builds a cleaned catalog from this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8: Dataset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Data Preparation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Raw dataset: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styles.csv + images/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Processed catalog: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data/processed/catalog.csv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Clean catalog fields: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item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8: Dataset Preparation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image path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gender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category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article type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base color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season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usage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product name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Why It Is Needed: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Connects each product image with metadata.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Removes missing image entries.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Creates clean input for the ML pipeline.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8: Dataset Preparation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Say that dataset cleaning is important because ML models need consistent image paths and metadata.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9: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System Architecture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Dataset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Catalog preparation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ResNet50 image embeddings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PCA compression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KMeans style clustering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Nearest-neighbor visual search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Compatibility classifier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Streamlit app / FastAPI backend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9: System Architecture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Walk through the pipeline from dataset to final UI. Mention that embeddings are the central representation used by both similarity search and compatibility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10: 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ML Pipeline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1. Load product images.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2. Extract visual embeddings using ResNet50.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3. Normalize embeddings.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4. Compress embeddings using PCA.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5. Cluster products using KMeans.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6. Search similar products using cosine nearest neighbors.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7. Train compatibility model using pairwise features.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the same image embeddings power multiple ML tasks. This makes the project efficient and modular.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11: DEMO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Live Demo / Screenshots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Leave this slide empty.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Use it during presentation for: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live Streamlit demo,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screenshot of similar product search,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screenshot of outfit compatibility score,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uploaded image examples.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Demo Examples to Use: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11: DEMO SLIDE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Example 1: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17240.jpg + 54924.jpg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Black striped polo + blue shorts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Expected score: around 74%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Example 2: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49653.jpg + 51499.jpg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Green women's top + blue jeans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Expected score: around 66%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Example 3: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22359.jpg + 44581.jpg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Blue check shirt + navy jeans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Expected score: around 53%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11: DEMO SLIDE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Keep this slide blank in the actual PPT. During presentation, switch to the running Streamlit app or place final screenshots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12: CNN and ResNet50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CNN Feature Extraction Using ResNet50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CNNs are used for image understanding.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ResNet50 is a pretrained deep CNN.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The final classification layer is removed.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The model outputs a 2048-dimensional image embedding.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Flow: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Fashion image -&gt; ResNet50 -&gt; 2048-dimensional vector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12: CNN and ResNet50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the model is not trained from scratch. It uses transfer learning. ResNet50 already understands visual patterns like shapes, colors, and textures.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13: Image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Image Embeddings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An image embedding is a numerical vector representation of an image.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Similar-looking images should have similar vectors.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Embeddings capture visual features such as: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color,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texture,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shape,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pattern,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product type,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overall style.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13: Image Embeddings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shirt image -&gt; [0.12, -0.04, 0.88, ..., 0.31]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Say that embeddings allow the system to compare images mathematically instead of comparing raw pixels.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14: PCA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PCA for Dimensionality Reduction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ResNet50 embedding size: 2048 dimensions.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PCA reduces this to 128 or 256 dimensions.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PCA keeps the most important visual information.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Benefits: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faster search,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lower memory usage,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reduced noise,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easier clustering.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14: PCA Compression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Flow: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2048-dimensional embedding -&gt; PCA -&gt; 128-dimensional embedding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high-dimensional vectors are powerful but heavy. PCA makes the search system faster and cleaner.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15: KMeans Style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Style Grouping Using KMeans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KMeans is an unsupervised learning algorithm.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It groups visually similar products into clusters.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The model discovers groups automatically from embeddings.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Possible clusters: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cluster 0 -&gt; sports shoes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cluster 1 -&gt; casual shirts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cluster 2 -&gt; jeans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cluster 3 -&gt; dresses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cluster 4 -&gt; women's 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15: KMeans Style Clustering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Mention that no labels are given to KMeans. It groups products based on visual similarity in embedding 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16: Visual Similarity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How Similar Products Are Found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1. User uploads a product image.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2. ResNet50 extracts an embedding.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3. PCA compresses the embedding.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4. The system compares it with catalog embeddings.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5. Nearest neighbors are found using cosine distance.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6. Top matching products are returned.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Flow: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16: Visual Similarity Search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Query image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embedding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PCA vector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cosine nearest neighbors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  -&gt; top similar products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Emphasize that this is visual search, not keyword search. Product names can be different, but similar-looking products can still be found.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17: Outfit Compatibility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How Compatibility Is Predicted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Compatibility is different from similarity.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Two similar products may not form an outfit.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The system compares two item embeddings using pairwise features.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Pair features: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cosine similarity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absolute difference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element-wise product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Classifier output: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17: Outfit Compatibility Prediction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P(compatible | item A, item B)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shirt + jeans may be compatible even though they are visually different. Therefore, compatibility requires pairwise learning, not only similarity.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18: Compatibility Score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Result Interpretation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The compatibility model outputs a probability.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0.744 -&gt; 74.4% compatible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Suggested interpretation: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70% and above = strong match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50% to 70% = good match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30% to 50% = possible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18: Compatibility Score Interpretation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below 30% = weak match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Mention that the current model is a prototype trained using product image embeddings and metadata-based compatibility rules. It is useful for demonstration, and future improvements can use full outfit-labeled datasets.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19: Application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User Interface and API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Streamlit App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Upload images.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View similar products.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Check outfit compatibility.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Easy for live demo.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FastAPI Backend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/health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/similar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19: Application Interface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/compatibility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Supports deployment and integration.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the project is not only ML code. It is deployed as an interactive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20: Why This Is Beyond a Recommender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Beyond Traditional Recommendation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Traditional recommender systems use: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clicks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ratings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purchase history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co-purchase data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This project uses: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image content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visual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20: Why This Is Beyond a Recommender System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style clusters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pairwise compatibility prediction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Advantages: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works for new products,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does not need user history,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understands product appearance,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supports visual search.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This is one of the most important slides. Clearly explain that the project learns from visual product content, not only from user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21: Results and Demo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Sample High-Compatibility Results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Example pairs from the trained model: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17240.jpg + 54924.jpg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Black striped polo + blue shorts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Approx. compatibility: 74.4%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49653.jpg + 51499.jpg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Green women's top + blue jeans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Approx. compatibility: 66.9%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6617.jpg + 54924.jpg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21: Results and Demo Examples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Black-white check shirt + blue shorts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Approx. compatibility: 59.2%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Use these examples for screenshots or live upload. They are good demo pairs because the model has already scored them relatively high.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22: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Advantages of the Project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Uses real-world fashion product images.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Combines computer vision and machine learning.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Provides both retrieval and compatibility scoring.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Includes unsupervised style clustering.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Has a Streamlit demo and FastAPI backend.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Uses a clean GitHub-ready project structure.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Can be extended to production-level fashion AI.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Explain that the project is advanced because it is end-to-end and uses multiple ML concepts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23: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Current Limitations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Compatibility model uses metadata-based pair generation.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Full human-labeled Polyvore image training is limited because many original image URLs are unavailable.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ResNet50 is general-purpose, not fashion-specific.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Scores are useful for demo but not production-perfect.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No user personalization is included yet.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Be honest. This makes the project look more professional. Mention that limitations are also future improvement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24: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Future Enhancements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 FashionCLIP or CLIP for better fashion embeddings.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Train with complete human-curated outfit datasets.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Add triplet loss or contrastive learning.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Use FAISS or vector databases for large-scale search.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Add occasion-based styling: casual, formal, party, sports.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Add color harmony and trend analysis.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Build a complete outfit generation system.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Mention that the current system is a strong prototype and can become more advanced with specialized fashion datasets and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25: 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Applications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Fashion e-commerce product discovery.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Visual search engines.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Online stylist assistants.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Complete-the-look recommendation.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Product similarity detection.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Catalog organization.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Outfit planning apps.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Connect the project to real business use cases. This helps show why the project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26: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Title: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Conclusion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Content: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The project uses real fashion images for visual AI.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ResNet50 embeddings represent product appearance.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PCA and nearest-neighbor search find similar products.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KMeans discovers visual style groups.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Pairwise classification predicts outfit compatibility.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Streamlit and FastAPI make the project usable and deployable.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Final line: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This project teaches a machine to understand fashion visually, so it can find similar products and predict which items aesthetically work together.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Slide 26: Conclusion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Speaker Notes: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End confidently. Emphasize that the project goes beyond normal recommendation systems by learning visual style representations from images.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Project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Use this order during presentation: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1. Start the app: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streamlit run app/streamlit_app.py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2. Open: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http://localhost:8501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3. Show Find similar products: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Upload one shirt or shoe image.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- Explain that the model finds visually similar products using embeddings and cosine similarity.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4. Show Score outfit pair: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22C"/>
                </a:solidFill>
                <a:latin typeface="Aptos"/>
              </a:rPr>
              <a:t>Project Details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Use one of these pairs: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17240.jpg + 54924.jpg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49653.jpg + 51499.jpg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22359.jpg + 44581.jpg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5. Explain the score: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The model converts both images into embeddings, creates pairwise features, and predicts compatibility probability.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C6F80"/>
                </a:solidFill>
                <a:latin typeface="Aptos"/>
              </a:defRPr>
            </a:pPr>
            <a:r>
              <a:t>6. End with:</a:t>
            </a: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A3038"/>
                </a:solidFill>
                <a:latin typeface="Aptos"/>
              </a:defRPr>
            </a:pPr>
            <a:r>
              <a:t>This is useful for complete-the-look recommendation and visual styling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E88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